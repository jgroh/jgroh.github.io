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374" r:id="rId2"/>
    <p:sldId id="376" r:id="rId3"/>
    <p:sldId id="378" r:id="rId4"/>
    <p:sldId id="375" r:id="rId5"/>
    <p:sldId id="379" r:id="rId6"/>
    <p:sldId id="380" r:id="rId7"/>
    <p:sldId id="377" r:id="rId8"/>
  </p:sldIdLst>
  <p:sldSz cx="6858000" cy="9144000" type="letter"/>
  <p:notesSz cx="6858000" cy="9144000"/>
  <p:defaultTextStyle>
    <a:defPPr>
      <a:defRPr lang="en-US"/>
    </a:defPPr>
    <a:lvl1pPr marL="0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2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2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4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4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6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18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48" algn="l" defTabSz="4571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D3D"/>
    <a:srgbClr val="D8A335"/>
    <a:srgbClr val="73FEFF"/>
    <a:srgbClr val="DFF905"/>
    <a:srgbClr val="E02B95"/>
    <a:srgbClr val="E02CA2"/>
    <a:srgbClr val="E01084"/>
    <a:srgbClr val="941651"/>
    <a:srgbClr val="BF8A2D"/>
    <a:srgbClr val="C0F0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86447"/>
  </p:normalViewPr>
  <p:slideViewPr>
    <p:cSldViewPr snapToGrid="0">
      <p:cViewPr>
        <p:scale>
          <a:sx n="133" d="100"/>
          <a:sy n="133" d="100"/>
        </p:scale>
        <p:origin x="-200" y="-368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2" d="100"/>
          <a:sy n="102" d="100"/>
        </p:scale>
        <p:origin x="385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DE187-6FDA-2A48-84BC-0C7CDBE2D28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A0C9F-EBE5-5C43-B676-7D85A63B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2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2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4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4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6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18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48" algn="l" defTabSz="9142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9E3DE-EFEB-1838-11D1-915C8D9D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C0625-88C2-149E-E526-A4C4AD324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EC2F4-2609-7835-75FC-50BF00F66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C0284-2C55-E4B1-B8A9-947A0857D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A0C9F-EBE5-5C43-B676-7D85A63B51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8708D-8C22-AB48-8E4D-784FA9BF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D9B40-D811-8CF8-6E40-A92AB51B3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F759C-B7B3-547C-19F7-6F9AF5A2D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5A0B4-A0B7-D063-812C-7DB6D151A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A0C9F-EBE5-5C43-B676-7D85A63B51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99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7A3D8-E6D1-2E92-6509-8CD21AB9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B86F9-5239-3E46-19E7-F70F55E3F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1C658-17E3-2B05-5286-BD61886A0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7DF3A-04E1-BFCF-01D3-C58A676C8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A0C9F-EBE5-5C43-B676-7D85A63B51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8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B725-4CD2-1113-58B2-BC375CE8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C30E0-3228-8E7E-CC09-078A51D73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11D32-548C-6512-2E30-396BC1ECD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F65D-BBD9-02A8-0924-8476EEE48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A0C9F-EBE5-5C43-B676-7D85A63B51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18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0EC5-BA97-25B0-0B5B-D42EF7A8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0F23D-0F73-304C-A7A4-9AAC339AA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2EA75-276B-4270-38F7-CA5A522DD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B40FD-526D-6155-D2E8-B416DD7A1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A0C9F-EBE5-5C43-B676-7D85A63B51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74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DEF38-81EA-EB25-565A-000119EE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2D116-7EB9-DADE-FD8A-5C627BCE2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A1DC9-F723-CFAA-EB5B-837ADA65B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5FEE0-9539-E41D-4C04-FD97D2B56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A0C9F-EBE5-5C43-B676-7D85A63B51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1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A0C9F-EBE5-5C43-B676-7D85A63B51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6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1496485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1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7" indent="0" algn="ctr">
              <a:buNone/>
              <a:defRPr sz="1500"/>
            </a:lvl2pPr>
            <a:lvl3pPr marL="685814" indent="0" algn="ctr">
              <a:buNone/>
              <a:defRPr sz="1350"/>
            </a:lvl3pPr>
            <a:lvl4pPr marL="1028721" indent="0" algn="ctr">
              <a:buNone/>
              <a:defRPr sz="1200"/>
            </a:lvl4pPr>
            <a:lvl5pPr marL="1371627" indent="0" algn="ctr">
              <a:buNone/>
              <a:defRPr sz="1200"/>
            </a:lvl5pPr>
            <a:lvl6pPr marL="1714534" indent="0" algn="ctr">
              <a:buNone/>
              <a:defRPr sz="1200"/>
            </a:lvl6pPr>
            <a:lvl7pPr marL="2057441" indent="0" algn="ctr">
              <a:buNone/>
              <a:defRPr sz="1200"/>
            </a:lvl7pPr>
            <a:lvl8pPr marL="2400348" indent="0" algn="ctr">
              <a:buNone/>
              <a:defRPr sz="1200"/>
            </a:lvl8pPr>
            <a:lvl9pPr marL="274325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0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279654"/>
            <a:ext cx="5915025" cy="380364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119288"/>
            <a:ext cx="5915025" cy="200024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14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2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4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5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3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9" y="2434167"/>
            <a:ext cx="2914650" cy="5801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4" y="2434167"/>
            <a:ext cx="2914650" cy="5801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3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241553"/>
            <a:ext cx="2901255" cy="10985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7" indent="0">
              <a:buNone/>
              <a:defRPr sz="1500" b="1"/>
            </a:lvl2pPr>
            <a:lvl3pPr marL="685814" indent="0">
              <a:buNone/>
              <a:defRPr sz="1350" b="1"/>
            </a:lvl3pPr>
            <a:lvl4pPr marL="1028721" indent="0">
              <a:buNone/>
              <a:defRPr sz="1200" b="1"/>
            </a:lvl4pPr>
            <a:lvl5pPr marL="1371627" indent="0">
              <a:buNone/>
              <a:defRPr sz="1200" b="1"/>
            </a:lvl5pPr>
            <a:lvl6pPr marL="1714534" indent="0">
              <a:buNone/>
              <a:defRPr sz="1200" b="1"/>
            </a:lvl6pPr>
            <a:lvl7pPr marL="2057441" indent="0">
              <a:buNone/>
              <a:defRPr sz="1200" b="1"/>
            </a:lvl7pPr>
            <a:lvl8pPr marL="2400348" indent="0">
              <a:buNone/>
              <a:defRPr sz="1200" b="1"/>
            </a:lvl8pPr>
            <a:lvl9pPr marL="274325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340100"/>
            <a:ext cx="2901255" cy="4912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241553"/>
            <a:ext cx="2915543" cy="10985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7" indent="0">
              <a:buNone/>
              <a:defRPr sz="1500" b="1"/>
            </a:lvl2pPr>
            <a:lvl3pPr marL="685814" indent="0">
              <a:buNone/>
              <a:defRPr sz="1350" b="1"/>
            </a:lvl3pPr>
            <a:lvl4pPr marL="1028721" indent="0">
              <a:buNone/>
              <a:defRPr sz="1200" b="1"/>
            </a:lvl4pPr>
            <a:lvl5pPr marL="1371627" indent="0">
              <a:buNone/>
              <a:defRPr sz="1200" b="1"/>
            </a:lvl5pPr>
            <a:lvl6pPr marL="1714534" indent="0">
              <a:buNone/>
              <a:defRPr sz="1200" b="1"/>
            </a:lvl6pPr>
            <a:lvl7pPr marL="2057441" indent="0">
              <a:buNone/>
              <a:defRPr sz="1200" b="1"/>
            </a:lvl7pPr>
            <a:lvl8pPr marL="2400348" indent="0">
              <a:buNone/>
              <a:defRPr sz="1200" b="1"/>
            </a:lvl8pPr>
            <a:lvl9pPr marL="274325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3340100"/>
            <a:ext cx="2915543" cy="4912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4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0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39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316568"/>
            <a:ext cx="3471864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7" indent="0">
              <a:buNone/>
              <a:defRPr sz="1050"/>
            </a:lvl2pPr>
            <a:lvl3pPr marL="685814" indent="0">
              <a:buNone/>
              <a:defRPr sz="900"/>
            </a:lvl3pPr>
            <a:lvl4pPr marL="1028721" indent="0">
              <a:buNone/>
              <a:defRPr sz="750"/>
            </a:lvl4pPr>
            <a:lvl5pPr marL="1371627" indent="0">
              <a:buNone/>
              <a:defRPr sz="750"/>
            </a:lvl5pPr>
            <a:lvl6pPr marL="1714534" indent="0">
              <a:buNone/>
              <a:defRPr sz="750"/>
            </a:lvl6pPr>
            <a:lvl7pPr marL="2057441" indent="0">
              <a:buNone/>
              <a:defRPr sz="750"/>
            </a:lvl7pPr>
            <a:lvl8pPr marL="2400348" indent="0">
              <a:buNone/>
              <a:defRPr sz="750"/>
            </a:lvl8pPr>
            <a:lvl9pPr marL="274325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53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316568"/>
            <a:ext cx="3471864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7" indent="0">
              <a:buNone/>
              <a:defRPr sz="2100"/>
            </a:lvl2pPr>
            <a:lvl3pPr marL="685814" indent="0">
              <a:buNone/>
              <a:defRPr sz="1800"/>
            </a:lvl3pPr>
            <a:lvl4pPr marL="1028721" indent="0">
              <a:buNone/>
              <a:defRPr sz="1500"/>
            </a:lvl4pPr>
            <a:lvl5pPr marL="1371627" indent="0">
              <a:buNone/>
              <a:defRPr sz="1500"/>
            </a:lvl5pPr>
            <a:lvl6pPr marL="1714534" indent="0">
              <a:buNone/>
              <a:defRPr sz="1500"/>
            </a:lvl6pPr>
            <a:lvl7pPr marL="2057441" indent="0">
              <a:buNone/>
              <a:defRPr sz="1500"/>
            </a:lvl7pPr>
            <a:lvl8pPr marL="2400348" indent="0">
              <a:buNone/>
              <a:defRPr sz="1500"/>
            </a:lvl8pPr>
            <a:lvl9pPr marL="2743255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7" indent="0">
              <a:buNone/>
              <a:defRPr sz="1050"/>
            </a:lvl2pPr>
            <a:lvl3pPr marL="685814" indent="0">
              <a:buNone/>
              <a:defRPr sz="900"/>
            </a:lvl3pPr>
            <a:lvl4pPr marL="1028721" indent="0">
              <a:buNone/>
              <a:defRPr sz="750"/>
            </a:lvl4pPr>
            <a:lvl5pPr marL="1371627" indent="0">
              <a:buNone/>
              <a:defRPr sz="750"/>
            </a:lvl5pPr>
            <a:lvl6pPr marL="1714534" indent="0">
              <a:buNone/>
              <a:defRPr sz="750"/>
            </a:lvl6pPr>
            <a:lvl7pPr marL="2057441" indent="0">
              <a:buNone/>
              <a:defRPr sz="750"/>
            </a:lvl7pPr>
            <a:lvl8pPr marL="2400348" indent="0">
              <a:buNone/>
              <a:defRPr sz="750"/>
            </a:lvl8pPr>
            <a:lvl9pPr marL="274325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5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6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9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9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6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AFE86-A844-A548-8B44-B96575531A2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4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6164B-69D8-C647-8B80-141C7DA6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7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14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4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0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67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74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1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88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95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01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08" indent="-171453" algn="l" defTabSz="68581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7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4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1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7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34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1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8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55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jpeg"/><Relationship Id="rId9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A85D-5E9D-76CD-327A-1FA48053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316">
            <a:extLst>
              <a:ext uri="{FF2B5EF4-FFF2-40B4-BE49-F238E27FC236}">
                <a16:creationId xmlns:a16="http://schemas.microsoft.com/office/drawing/2014/main" id="{D3E971D7-EC57-F064-3FDD-286C899851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4" t="21105" r="92354" b="56420"/>
          <a:stretch/>
        </p:blipFill>
        <p:spPr>
          <a:xfrm rot="21540994">
            <a:off x="4374836" y="4173556"/>
            <a:ext cx="101738" cy="463917"/>
          </a:xfrm>
          <a:prstGeom prst="rect">
            <a:avLst/>
          </a:prstGeom>
        </p:spPr>
      </p:pic>
      <p:pic>
        <p:nvPicPr>
          <p:cNvPr id="33" name="Picture 32" descr="A tree with green leaves&#10;&#10;Description automatically generated">
            <a:extLst>
              <a:ext uri="{FF2B5EF4-FFF2-40B4-BE49-F238E27FC236}">
                <a16:creationId xmlns:a16="http://schemas.microsoft.com/office/drawing/2014/main" id="{DB57A75E-1F42-C4C6-CBB4-EE504E44B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691003" y="1337299"/>
            <a:ext cx="1014799" cy="8310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2C57A2C-ECA4-6AD7-EDD3-DCDFFC39E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609977">
            <a:off x="4593281" y="3756046"/>
            <a:ext cx="762587" cy="752254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5018476A-21FB-F4C7-A37E-55612F060C23}"/>
              </a:ext>
            </a:extLst>
          </p:cNvPr>
          <p:cNvSpPr/>
          <p:nvPr/>
        </p:nvSpPr>
        <p:spPr>
          <a:xfrm>
            <a:off x="4670307" y="1247825"/>
            <a:ext cx="305930" cy="2068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B2AE023-EF61-D767-CA3F-AF2ED59A22E6}"/>
              </a:ext>
            </a:extLst>
          </p:cNvPr>
          <p:cNvSpPr/>
          <p:nvPr/>
        </p:nvSpPr>
        <p:spPr>
          <a:xfrm rot="8998310">
            <a:off x="5238512" y="1257401"/>
            <a:ext cx="265802" cy="216641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79A6A7B-6829-128D-7577-565D44C3450F}"/>
              </a:ext>
            </a:extLst>
          </p:cNvPr>
          <p:cNvSpPr/>
          <p:nvPr/>
        </p:nvSpPr>
        <p:spPr>
          <a:xfrm rot="12909243">
            <a:off x="4826142" y="2281267"/>
            <a:ext cx="265802" cy="18790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87C4D90-3AF4-0B6A-2804-FA38C319ED75}"/>
              </a:ext>
            </a:extLst>
          </p:cNvPr>
          <p:cNvSpPr/>
          <p:nvPr/>
        </p:nvSpPr>
        <p:spPr>
          <a:xfrm rot="9555446">
            <a:off x="4488619" y="2191370"/>
            <a:ext cx="265802" cy="19657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FA4E878-C36C-042E-D886-3C6D11308C04}"/>
              </a:ext>
            </a:extLst>
          </p:cNvPr>
          <p:cNvCxnSpPr>
            <a:cxnSpLocks/>
          </p:cNvCxnSpPr>
          <p:nvPr/>
        </p:nvCxnSpPr>
        <p:spPr>
          <a:xfrm>
            <a:off x="5172590" y="1885241"/>
            <a:ext cx="730600" cy="1268905"/>
          </a:xfrm>
          <a:prstGeom prst="line">
            <a:avLst/>
          </a:prstGeom>
          <a:ln w="25400" cap="rnd">
            <a:solidFill>
              <a:srgbClr val="73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E657AFA-9C64-4224-F09D-0BA9EEAC1EE8}"/>
              </a:ext>
            </a:extLst>
          </p:cNvPr>
          <p:cNvCxnSpPr>
            <a:cxnSpLocks/>
          </p:cNvCxnSpPr>
          <p:nvPr/>
        </p:nvCxnSpPr>
        <p:spPr>
          <a:xfrm>
            <a:off x="5081414" y="1926867"/>
            <a:ext cx="748578" cy="1293922"/>
          </a:xfrm>
          <a:prstGeom prst="line">
            <a:avLst/>
          </a:prstGeom>
          <a:ln w="254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B801FF7-0B14-6DA9-8231-DBD01154D8DD}"/>
              </a:ext>
            </a:extLst>
          </p:cNvPr>
          <p:cNvCxnSpPr>
            <a:cxnSpLocks/>
          </p:cNvCxnSpPr>
          <p:nvPr/>
        </p:nvCxnSpPr>
        <p:spPr>
          <a:xfrm flipV="1">
            <a:off x="4954622" y="2517657"/>
            <a:ext cx="445763" cy="605100"/>
          </a:xfrm>
          <a:prstGeom prst="line">
            <a:avLst/>
          </a:prstGeom>
          <a:ln w="254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25D12FD-A87D-9107-8BB4-A84DDC27B0B8}"/>
              </a:ext>
            </a:extLst>
          </p:cNvPr>
          <p:cNvCxnSpPr>
            <a:cxnSpLocks/>
          </p:cNvCxnSpPr>
          <p:nvPr/>
        </p:nvCxnSpPr>
        <p:spPr>
          <a:xfrm flipV="1">
            <a:off x="5012715" y="2500089"/>
            <a:ext cx="512147" cy="694682"/>
          </a:xfrm>
          <a:prstGeom prst="line">
            <a:avLst/>
          </a:prstGeom>
          <a:ln w="25400" cap="rnd">
            <a:solidFill>
              <a:srgbClr val="73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DE59FB1D-D042-ADE9-CC46-9385A01508CB}"/>
              </a:ext>
            </a:extLst>
          </p:cNvPr>
          <p:cNvSpPr/>
          <p:nvPr/>
        </p:nvSpPr>
        <p:spPr>
          <a:xfrm rot="12599423">
            <a:off x="4135222" y="1257682"/>
            <a:ext cx="265802" cy="216641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E388520-1100-6477-F79F-4356284CC9E7}"/>
              </a:ext>
            </a:extLst>
          </p:cNvPr>
          <p:cNvCxnSpPr>
            <a:cxnSpLocks/>
          </p:cNvCxnSpPr>
          <p:nvPr/>
        </p:nvCxnSpPr>
        <p:spPr>
          <a:xfrm flipH="1">
            <a:off x="3527004" y="2179606"/>
            <a:ext cx="776585" cy="1331952"/>
          </a:xfrm>
          <a:prstGeom prst="line">
            <a:avLst/>
          </a:prstGeom>
          <a:ln w="25400" cap="rnd">
            <a:solidFill>
              <a:srgbClr val="DA0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44D7B5B-8952-6DF4-4CF6-E928489D2441}"/>
              </a:ext>
            </a:extLst>
          </p:cNvPr>
          <p:cNvCxnSpPr>
            <a:cxnSpLocks/>
          </p:cNvCxnSpPr>
          <p:nvPr/>
        </p:nvCxnSpPr>
        <p:spPr>
          <a:xfrm>
            <a:off x="4334793" y="2310215"/>
            <a:ext cx="316317" cy="848147"/>
          </a:xfrm>
          <a:prstGeom prst="line">
            <a:avLst/>
          </a:prstGeom>
          <a:ln w="25400" cap="rnd">
            <a:solidFill>
              <a:srgbClr val="DFF9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A1A5642-31B4-59C1-0771-2F6A02DA3BF4}"/>
              </a:ext>
            </a:extLst>
          </p:cNvPr>
          <p:cNvCxnSpPr>
            <a:cxnSpLocks/>
          </p:cNvCxnSpPr>
          <p:nvPr/>
        </p:nvCxnSpPr>
        <p:spPr>
          <a:xfrm>
            <a:off x="4233947" y="2301906"/>
            <a:ext cx="303272" cy="820742"/>
          </a:xfrm>
          <a:prstGeom prst="line">
            <a:avLst/>
          </a:prstGeom>
          <a:ln w="25400" cap="rnd">
            <a:solidFill>
              <a:srgbClr val="DA0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2B657F4-75C9-B8CF-A8A6-B8FCCE450B31}"/>
              </a:ext>
            </a:extLst>
          </p:cNvPr>
          <p:cNvCxnSpPr>
            <a:cxnSpLocks/>
          </p:cNvCxnSpPr>
          <p:nvPr/>
        </p:nvCxnSpPr>
        <p:spPr>
          <a:xfrm flipH="1">
            <a:off x="3581624" y="2215320"/>
            <a:ext cx="803958" cy="1387853"/>
          </a:xfrm>
          <a:prstGeom prst="line">
            <a:avLst/>
          </a:prstGeom>
          <a:ln w="25400" cap="rnd">
            <a:solidFill>
              <a:srgbClr val="DFF9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EF8249B-BD57-4EDB-9BD7-6DDDEA9561B5}"/>
              </a:ext>
            </a:extLst>
          </p:cNvPr>
          <p:cNvCxnSpPr>
            <a:cxnSpLocks/>
          </p:cNvCxnSpPr>
          <p:nvPr/>
        </p:nvCxnSpPr>
        <p:spPr>
          <a:xfrm flipH="1" flipV="1">
            <a:off x="4368832" y="2150213"/>
            <a:ext cx="16752" cy="64388"/>
          </a:xfrm>
          <a:prstGeom prst="line">
            <a:avLst/>
          </a:prstGeom>
          <a:ln w="25400" cap="rnd">
            <a:solidFill>
              <a:srgbClr val="DFF9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BD86758E-A694-4838-3085-F02961DB49FB}"/>
              </a:ext>
            </a:extLst>
          </p:cNvPr>
          <p:cNvSpPr/>
          <p:nvPr/>
        </p:nvSpPr>
        <p:spPr>
          <a:xfrm rot="5400000">
            <a:off x="3888720" y="1843623"/>
            <a:ext cx="1247955" cy="334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D22DFB4-2AEE-FF24-F598-14A178836951}"/>
              </a:ext>
            </a:extLst>
          </p:cNvPr>
          <p:cNvCxnSpPr>
            <a:cxnSpLocks/>
          </p:cNvCxnSpPr>
          <p:nvPr/>
        </p:nvCxnSpPr>
        <p:spPr>
          <a:xfrm flipH="1" flipV="1">
            <a:off x="5107519" y="1856861"/>
            <a:ext cx="61338" cy="26857"/>
          </a:xfrm>
          <a:prstGeom prst="line">
            <a:avLst/>
          </a:prstGeom>
          <a:ln w="25400" cap="rnd">
            <a:solidFill>
              <a:srgbClr val="73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E12D95DD-2709-8C05-5283-30E108F3499F}"/>
              </a:ext>
            </a:extLst>
          </p:cNvPr>
          <p:cNvSpPr txBox="1"/>
          <p:nvPr/>
        </p:nvSpPr>
        <p:spPr>
          <a:xfrm>
            <a:off x="3936294" y="2844849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Juglans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7A992ED-E002-6895-6592-E25075052EB2}"/>
              </a:ext>
            </a:extLst>
          </p:cNvPr>
          <p:cNvSpPr txBox="1"/>
          <p:nvPr/>
        </p:nvSpPr>
        <p:spPr>
          <a:xfrm>
            <a:off x="5201552" y="2841410"/>
            <a:ext cx="4587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Carya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8A61AF5-4D04-CF2D-1324-455E1C7EECD5}"/>
              </a:ext>
            </a:extLst>
          </p:cNvPr>
          <p:cNvSpPr/>
          <p:nvPr/>
        </p:nvSpPr>
        <p:spPr>
          <a:xfrm>
            <a:off x="2512931" y="6167191"/>
            <a:ext cx="1417095" cy="451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1AB629F4-D369-6353-0C6A-E6962E4466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12"/>
          <a:stretch/>
        </p:blipFill>
        <p:spPr>
          <a:xfrm>
            <a:off x="1920907" y="3120402"/>
            <a:ext cx="1627488" cy="640933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3656537C-BEA8-7E9A-9E19-0C93E21757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60" t="25240" r="86992" b="54161"/>
          <a:stretch/>
        </p:blipFill>
        <p:spPr>
          <a:xfrm>
            <a:off x="1789509" y="3116273"/>
            <a:ext cx="110589" cy="625242"/>
          </a:xfrm>
          <a:prstGeom prst="rect">
            <a:avLst/>
          </a:prstGeom>
        </p:spPr>
      </p:pic>
      <p:sp>
        <p:nvSpPr>
          <p:cNvPr id="221" name="Rectangle 220">
            <a:extLst>
              <a:ext uri="{FF2B5EF4-FFF2-40B4-BE49-F238E27FC236}">
                <a16:creationId xmlns:a16="http://schemas.microsoft.com/office/drawing/2014/main" id="{3AAF114B-90E1-30BF-AC12-5846D9F1F2D8}"/>
              </a:ext>
            </a:extLst>
          </p:cNvPr>
          <p:cNvSpPr/>
          <p:nvPr/>
        </p:nvSpPr>
        <p:spPr>
          <a:xfrm>
            <a:off x="835824" y="6322866"/>
            <a:ext cx="275772" cy="59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ABBFE44-44AD-3881-30C2-7923A4CA004F}"/>
              </a:ext>
            </a:extLst>
          </p:cNvPr>
          <p:cNvSpPr txBox="1"/>
          <p:nvPr/>
        </p:nvSpPr>
        <p:spPr>
          <a:xfrm>
            <a:off x="4178905" y="1994602"/>
            <a:ext cx="264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E02B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459C4C50-45C9-9572-FFA6-7793783F9595}"/>
              </a:ext>
            </a:extLst>
          </p:cNvPr>
          <p:cNvSpPr txBox="1"/>
          <p:nvPr/>
        </p:nvSpPr>
        <p:spPr>
          <a:xfrm>
            <a:off x="4318164" y="2040857"/>
            <a:ext cx="2751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DFF9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CC75A9B8-F05C-A64A-E80B-478CE537154E}"/>
              </a:ext>
            </a:extLst>
          </p:cNvPr>
          <p:cNvSpPr txBox="1"/>
          <p:nvPr/>
        </p:nvSpPr>
        <p:spPr>
          <a:xfrm>
            <a:off x="4913668" y="1757975"/>
            <a:ext cx="122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BB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00D184D-477F-8E53-BAC0-8ADDAAAE2CEF}"/>
              </a:ext>
            </a:extLst>
          </p:cNvPr>
          <p:cNvSpPr txBox="1"/>
          <p:nvPr/>
        </p:nvSpPr>
        <p:spPr>
          <a:xfrm>
            <a:off x="5060027" y="1673722"/>
            <a:ext cx="116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73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D5B5B92-553F-AFE4-35F6-9EA652DDE856}"/>
              </a:ext>
            </a:extLst>
          </p:cNvPr>
          <p:cNvCxnSpPr>
            <a:cxnSpLocks/>
          </p:cNvCxnSpPr>
          <p:nvPr/>
        </p:nvCxnSpPr>
        <p:spPr>
          <a:xfrm flipH="1">
            <a:off x="5081414" y="1856859"/>
            <a:ext cx="22372" cy="66965"/>
          </a:xfrm>
          <a:prstGeom prst="line">
            <a:avLst/>
          </a:prstGeom>
          <a:ln w="254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A8C316D-4BC7-1D23-6686-2F67EE059A38}"/>
              </a:ext>
            </a:extLst>
          </p:cNvPr>
          <p:cNvCxnSpPr>
            <a:cxnSpLocks/>
          </p:cNvCxnSpPr>
          <p:nvPr/>
        </p:nvCxnSpPr>
        <p:spPr>
          <a:xfrm flipV="1">
            <a:off x="4306678" y="2150210"/>
            <a:ext cx="63397" cy="29393"/>
          </a:xfrm>
          <a:prstGeom prst="line">
            <a:avLst/>
          </a:prstGeom>
          <a:ln w="25400" cap="rnd">
            <a:solidFill>
              <a:srgbClr val="DA0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Rectangle 317">
            <a:extLst>
              <a:ext uri="{FF2B5EF4-FFF2-40B4-BE49-F238E27FC236}">
                <a16:creationId xmlns:a16="http://schemas.microsoft.com/office/drawing/2014/main" id="{7BA79C7B-5EA4-F6E8-7980-653BB9BE0690}"/>
              </a:ext>
            </a:extLst>
          </p:cNvPr>
          <p:cNvSpPr/>
          <p:nvPr/>
        </p:nvSpPr>
        <p:spPr>
          <a:xfrm rot="5400000">
            <a:off x="5227627" y="3385823"/>
            <a:ext cx="340353" cy="777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A5674FE-0A5B-5EA6-0F89-9C920B0FD84D}"/>
              </a:ext>
            </a:extLst>
          </p:cNvPr>
          <p:cNvSpPr/>
          <p:nvPr/>
        </p:nvSpPr>
        <p:spPr>
          <a:xfrm>
            <a:off x="2320447" y="3862028"/>
            <a:ext cx="364532" cy="168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D81F1C5D-CA0D-6C6E-AF30-6CB493D3C16D}"/>
              </a:ext>
            </a:extLst>
          </p:cNvPr>
          <p:cNvSpPr/>
          <p:nvPr/>
        </p:nvSpPr>
        <p:spPr>
          <a:xfrm>
            <a:off x="639854" y="3362975"/>
            <a:ext cx="275772" cy="305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17927A-EFC2-D437-0BF1-79C4C7DD63CA}"/>
              </a:ext>
            </a:extLst>
          </p:cNvPr>
          <p:cNvCxnSpPr>
            <a:cxnSpLocks/>
          </p:cNvCxnSpPr>
          <p:nvPr/>
        </p:nvCxnSpPr>
        <p:spPr>
          <a:xfrm flipH="1">
            <a:off x="3226430" y="2935773"/>
            <a:ext cx="711254" cy="284285"/>
          </a:xfrm>
          <a:prstGeom prst="line">
            <a:avLst/>
          </a:prstGeom>
          <a:ln w="9525">
            <a:solidFill>
              <a:schemeClr val="tx1"/>
            </a:solidFill>
            <a:prstDash val="soli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plant&#10;&#10;Description automatically generated">
            <a:extLst>
              <a:ext uri="{FF2B5EF4-FFF2-40B4-BE49-F238E27FC236}">
                <a16:creationId xmlns:a16="http://schemas.microsoft.com/office/drawing/2014/main" id="{0137B7C4-B3C9-6A8B-AE94-77C929E160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727751" y="1342976"/>
            <a:ext cx="1004250" cy="822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DB58A6-4A0B-B427-CBC9-A4A65367221E}"/>
              </a:ext>
            </a:extLst>
          </p:cNvPr>
          <p:cNvSpPr txBox="1"/>
          <p:nvPr/>
        </p:nvSpPr>
        <p:spPr>
          <a:xfrm>
            <a:off x="2011012" y="1921310"/>
            <a:ext cx="485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Helvetica" pitchFamily="2" charset="0"/>
              </a:rPr>
              <a:t>♂︎︎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12473-B260-EC92-9D69-662C7761AD52}"/>
              </a:ext>
            </a:extLst>
          </p:cNvPr>
          <p:cNvSpPr txBox="1"/>
          <p:nvPr/>
        </p:nvSpPr>
        <p:spPr>
          <a:xfrm>
            <a:off x="2927011" y="198401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♀︎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A32DA6-91DA-3DD3-DBE5-47CF7D830DB9}"/>
              </a:ext>
            </a:extLst>
          </p:cNvPr>
          <p:cNvSpPr/>
          <p:nvPr/>
        </p:nvSpPr>
        <p:spPr>
          <a:xfrm>
            <a:off x="1670254" y="2319423"/>
            <a:ext cx="1036502" cy="8319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3E0C02-05B5-5A73-AA71-6B4099C507FF}"/>
              </a:ext>
            </a:extLst>
          </p:cNvPr>
          <p:cNvSpPr/>
          <p:nvPr/>
        </p:nvSpPr>
        <p:spPr>
          <a:xfrm>
            <a:off x="2732596" y="2319498"/>
            <a:ext cx="1050412" cy="8706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AC0F0E-D977-5941-306F-1AF8A38C8480}"/>
              </a:ext>
            </a:extLst>
          </p:cNvPr>
          <p:cNvSpPr/>
          <p:nvPr/>
        </p:nvSpPr>
        <p:spPr>
          <a:xfrm>
            <a:off x="1665961" y="2599090"/>
            <a:ext cx="1036502" cy="8319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E92269-B69C-A3D6-69DB-5E3C6BD21A40}"/>
              </a:ext>
            </a:extLst>
          </p:cNvPr>
          <p:cNvSpPr/>
          <p:nvPr/>
        </p:nvSpPr>
        <p:spPr>
          <a:xfrm>
            <a:off x="2730011" y="2601270"/>
            <a:ext cx="1036492" cy="831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A4199-9556-E3D1-200E-8C4B02C29005}"/>
              </a:ext>
            </a:extLst>
          </p:cNvPr>
          <p:cNvSpPr txBox="1"/>
          <p:nvPr/>
        </p:nvSpPr>
        <p:spPr>
          <a:xfrm>
            <a:off x="1881599" y="2385509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pollination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84C348-898F-206D-51AF-18B3E4505595}"/>
              </a:ext>
            </a:extLst>
          </p:cNvPr>
          <p:cNvCxnSpPr>
            <a:cxnSpLocks/>
          </p:cNvCxnSpPr>
          <p:nvPr/>
        </p:nvCxnSpPr>
        <p:spPr>
          <a:xfrm flipV="1">
            <a:off x="2986673" y="2433358"/>
            <a:ext cx="0" cy="125408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C09E6D-7D59-2354-F249-ED36E9350663}"/>
              </a:ext>
            </a:extLst>
          </p:cNvPr>
          <p:cNvCxnSpPr>
            <a:cxnSpLocks/>
          </p:cNvCxnSpPr>
          <p:nvPr/>
        </p:nvCxnSpPr>
        <p:spPr>
          <a:xfrm flipV="1">
            <a:off x="3536742" y="2427484"/>
            <a:ext cx="0" cy="125408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5095DC-8673-4FC6-7E96-A00C09B2BA54}"/>
              </a:ext>
            </a:extLst>
          </p:cNvPr>
          <p:cNvCxnSpPr>
            <a:cxnSpLocks/>
          </p:cNvCxnSpPr>
          <p:nvPr/>
        </p:nvCxnSpPr>
        <p:spPr>
          <a:xfrm>
            <a:off x="1674019" y="2922010"/>
            <a:ext cx="1523647" cy="0"/>
          </a:xfrm>
          <a:prstGeom prst="straightConnector1">
            <a:avLst/>
          </a:prstGeom>
          <a:ln w="2222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164377-CBEE-A8CF-55B2-C5B45F96A4BD}"/>
              </a:ext>
            </a:extLst>
          </p:cNvPr>
          <p:cNvSpPr txBox="1"/>
          <p:nvPr/>
        </p:nvSpPr>
        <p:spPr>
          <a:xfrm>
            <a:off x="1590622" y="2892775"/>
            <a:ext cx="1324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Time in flowering season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2D492A-2EEF-86B9-2560-329451B15A1E}"/>
              </a:ext>
            </a:extLst>
          </p:cNvPr>
          <p:cNvSpPr txBox="1"/>
          <p:nvPr/>
        </p:nvSpPr>
        <p:spPr>
          <a:xfrm>
            <a:off x="2929880" y="2543342"/>
            <a:ext cx="377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♂︎︎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FDA35C-8D72-626D-04DD-54E52EE10E88}"/>
              </a:ext>
            </a:extLst>
          </p:cNvPr>
          <p:cNvSpPr txBox="1"/>
          <p:nvPr/>
        </p:nvSpPr>
        <p:spPr>
          <a:xfrm>
            <a:off x="2013314" y="2646221"/>
            <a:ext cx="35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Helvetica" pitchFamily="2" charset="0"/>
              </a:rPr>
              <a:t>♀︎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05C079-D959-D391-74F3-80761B970F9E}"/>
              </a:ext>
            </a:extLst>
          </p:cNvPr>
          <p:cNvSpPr txBox="1"/>
          <p:nvPr/>
        </p:nvSpPr>
        <p:spPr>
          <a:xfrm>
            <a:off x="1385818" y="2543192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Gg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AF334D-E5E6-9C7B-A438-4CF51C672326}"/>
              </a:ext>
            </a:extLst>
          </p:cNvPr>
          <p:cNvSpPr txBox="1"/>
          <p:nvPr/>
        </p:nvSpPr>
        <p:spPr>
          <a:xfrm>
            <a:off x="1397363" y="2257927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gg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A6A3836-00B3-C378-BC95-67B231FC1F1B}"/>
              </a:ext>
            </a:extLst>
          </p:cNvPr>
          <p:cNvCxnSpPr>
            <a:cxnSpLocks/>
          </p:cNvCxnSpPr>
          <p:nvPr/>
        </p:nvCxnSpPr>
        <p:spPr>
          <a:xfrm>
            <a:off x="2563057" y="2438465"/>
            <a:ext cx="0" cy="133137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48E6B3-86DF-58CF-1181-4645974A1D01}"/>
              </a:ext>
            </a:extLst>
          </p:cNvPr>
          <p:cNvCxnSpPr>
            <a:cxnSpLocks/>
          </p:cNvCxnSpPr>
          <p:nvPr/>
        </p:nvCxnSpPr>
        <p:spPr>
          <a:xfrm>
            <a:off x="1821637" y="2438465"/>
            <a:ext cx="0" cy="133137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539A3ED5-60FF-8479-A54C-A5217B92C0D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019" t="26696" r="88244" b="32421"/>
          <a:stretch/>
        </p:blipFill>
        <p:spPr>
          <a:xfrm>
            <a:off x="4035688" y="3159145"/>
            <a:ext cx="108674" cy="54807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48BB44F-E047-7BDC-6C4A-6D107BD3EAA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6696" r="94734" b="32421"/>
          <a:stretch/>
        </p:blipFill>
        <p:spPr>
          <a:xfrm>
            <a:off x="1661214" y="3122648"/>
            <a:ext cx="122288" cy="671863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501395BB-0A4D-AF15-CE84-1633C154C5F2}"/>
              </a:ext>
            </a:extLst>
          </p:cNvPr>
          <p:cNvSpPr/>
          <p:nvPr/>
        </p:nvSpPr>
        <p:spPr>
          <a:xfrm rot="21540994">
            <a:off x="4615177" y="3730997"/>
            <a:ext cx="275772" cy="162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pic>
        <p:nvPicPr>
          <p:cNvPr id="314" name="Picture 313">
            <a:extLst>
              <a:ext uri="{FF2B5EF4-FFF2-40B4-BE49-F238E27FC236}">
                <a16:creationId xmlns:a16="http://schemas.microsoft.com/office/drawing/2014/main" id="{CF95E676-BB18-07CF-EE62-8BA1BC9CD0E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6964" t="45960" r="16862" b="46574"/>
          <a:stretch/>
        </p:blipFill>
        <p:spPr>
          <a:xfrm>
            <a:off x="3945299" y="3734756"/>
            <a:ext cx="1981506" cy="422564"/>
          </a:xfrm>
          <a:prstGeom prst="rect">
            <a:avLst/>
          </a:prstGeom>
        </p:spPr>
      </p:pic>
      <p:sp>
        <p:nvSpPr>
          <p:cNvPr id="320" name="TextBox 319">
            <a:extLst>
              <a:ext uri="{FF2B5EF4-FFF2-40B4-BE49-F238E27FC236}">
                <a16:creationId xmlns:a16="http://schemas.microsoft.com/office/drawing/2014/main" id="{019F212F-9188-CF48-87DC-14DF9872FD0B}"/>
              </a:ext>
            </a:extLst>
          </p:cNvPr>
          <p:cNvSpPr txBox="1"/>
          <p:nvPr/>
        </p:nvSpPr>
        <p:spPr>
          <a:xfrm rot="21540994">
            <a:off x="5826411" y="3664172"/>
            <a:ext cx="2840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3DA6B7A5-745D-D1B0-6763-DC9FF56B9759}"/>
              </a:ext>
            </a:extLst>
          </p:cNvPr>
          <p:cNvSpPr txBox="1"/>
          <p:nvPr/>
        </p:nvSpPr>
        <p:spPr>
          <a:xfrm rot="21540994">
            <a:off x="5449774" y="3999956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3DD93EF-A4AA-DF9F-7202-DD27191FC15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047"/>
          <a:stretch/>
        </p:blipFill>
        <p:spPr>
          <a:xfrm>
            <a:off x="4174823" y="3142014"/>
            <a:ext cx="1480768" cy="57361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BAFD4D-6355-C963-66B5-608FB19932A3}"/>
              </a:ext>
            </a:extLst>
          </p:cNvPr>
          <p:cNvCxnSpPr>
            <a:cxnSpLocks/>
          </p:cNvCxnSpPr>
          <p:nvPr/>
        </p:nvCxnSpPr>
        <p:spPr>
          <a:xfrm flipH="1">
            <a:off x="4611431" y="2935773"/>
            <a:ext cx="564639" cy="258998"/>
          </a:xfrm>
          <a:prstGeom prst="line">
            <a:avLst/>
          </a:prstGeom>
          <a:ln w="9525">
            <a:solidFill>
              <a:schemeClr val="tx1"/>
            </a:solidFill>
            <a:prstDash val="soli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C090773-3335-5268-3093-5AFCE7CD19B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7436" t="52309" r="20435" b="38839"/>
          <a:stretch/>
        </p:blipFill>
        <p:spPr>
          <a:xfrm>
            <a:off x="1646605" y="3826147"/>
            <a:ext cx="2268971" cy="578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3CA659-0B0D-3450-7705-B6716E4589B9}"/>
              </a:ext>
            </a:extLst>
          </p:cNvPr>
          <p:cNvSpPr txBox="1"/>
          <p:nvPr/>
        </p:nvSpPr>
        <p:spPr>
          <a:xfrm rot="21540994">
            <a:off x="1462946" y="3957255"/>
            <a:ext cx="2840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932CA-7C5B-DAAF-AF5A-44F89015E028}"/>
              </a:ext>
            </a:extLst>
          </p:cNvPr>
          <p:cNvSpPr txBox="1"/>
          <p:nvPr/>
        </p:nvSpPr>
        <p:spPr>
          <a:xfrm rot="21540994">
            <a:off x="2483502" y="4230870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5419D-9A65-4484-410A-57DB5AE0E4BA}"/>
              </a:ext>
            </a:extLst>
          </p:cNvPr>
          <p:cNvSpPr txBox="1"/>
          <p:nvPr/>
        </p:nvSpPr>
        <p:spPr>
          <a:xfrm>
            <a:off x="4390366" y="4240800"/>
            <a:ext cx="231154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9A82F-D4DE-5CE1-947B-69731565D6A2}"/>
              </a:ext>
            </a:extLst>
          </p:cNvPr>
          <p:cNvSpPr txBox="1"/>
          <p:nvPr/>
        </p:nvSpPr>
        <p:spPr>
          <a:xfrm>
            <a:off x="4397120" y="4453145"/>
            <a:ext cx="231154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5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0598C3-910C-9368-FE72-F90057DD163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6696" r="94518" b="39173"/>
          <a:stretch/>
        </p:blipFill>
        <p:spPr>
          <a:xfrm>
            <a:off x="3901346" y="3126900"/>
            <a:ext cx="127304" cy="56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75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E111-CA3C-6786-BC58-BCCA4E9F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tree with green leaves&#10;&#10;Description automatically generated">
            <a:extLst>
              <a:ext uri="{FF2B5EF4-FFF2-40B4-BE49-F238E27FC236}">
                <a16:creationId xmlns:a16="http://schemas.microsoft.com/office/drawing/2014/main" id="{11CBC0CF-5C98-EDB8-3305-7D28DC874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658793" y="1102195"/>
            <a:ext cx="1014799" cy="8310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1F732DF4-EEDD-0E39-E38A-A2C992CDE5E3}"/>
              </a:ext>
            </a:extLst>
          </p:cNvPr>
          <p:cNvSpPr/>
          <p:nvPr/>
        </p:nvSpPr>
        <p:spPr>
          <a:xfrm rot="5400000">
            <a:off x="3888720" y="1843623"/>
            <a:ext cx="1247955" cy="334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FD7B1C90-25C2-B4E3-9437-99F5110D9A47}"/>
              </a:ext>
            </a:extLst>
          </p:cNvPr>
          <p:cNvSpPr/>
          <p:nvPr/>
        </p:nvSpPr>
        <p:spPr>
          <a:xfrm>
            <a:off x="2512931" y="6167191"/>
            <a:ext cx="1417095" cy="451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5877114-8FB6-9683-2941-8C30AD571F48}"/>
              </a:ext>
            </a:extLst>
          </p:cNvPr>
          <p:cNvSpPr/>
          <p:nvPr/>
        </p:nvSpPr>
        <p:spPr>
          <a:xfrm>
            <a:off x="835824" y="6322866"/>
            <a:ext cx="275772" cy="59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pic>
        <p:nvPicPr>
          <p:cNvPr id="7" name="Picture 6" descr="A close up of a plant&#10;&#10;Description automatically generated">
            <a:extLst>
              <a:ext uri="{FF2B5EF4-FFF2-40B4-BE49-F238E27FC236}">
                <a16:creationId xmlns:a16="http://schemas.microsoft.com/office/drawing/2014/main" id="{CE74E6C7-007C-069D-692A-5CB4238C8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95541" y="1107872"/>
            <a:ext cx="1004250" cy="822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B0F1C9-392B-F586-C057-22496BB537B6}"/>
              </a:ext>
            </a:extLst>
          </p:cNvPr>
          <p:cNvSpPr txBox="1"/>
          <p:nvPr/>
        </p:nvSpPr>
        <p:spPr>
          <a:xfrm>
            <a:off x="2027138" y="1970257"/>
            <a:ext cx="485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BBD3D"/>
                </a:solidFill>
                <a:latin typeface="Helvetica" pitchFamily="2" charset="0"/>
              </a:rPr>
              <a:t>♂︎︎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EC924-93B5-B897-ADC0-890D9034303A}"/>
              </a:ext>
            </a:extLst>
          </p:cNvPr>
          <p:cNvSpPr txBox="1"/>
          <p:nvPr/>
        </p:nvSpPr>
        <p:spPr>
          <a:xfrm>
            <a:off x="2929880" y="207912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Helvetica" pitchFamily="2" charset="0"/>
              </a:rPr>
              <a:t>♀︎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EB554C-4F02-BA2A-A71D-6FEC5B7E46E0}"/>
              </a:ext>
            </a:extLst>
          </p:cNvPr>
          <p:cNvSpPr/>
          <p:nvPr/>
        </p:nvSpPr>
        <p:spPr>
          <a:xfrm>
            <a:off x="1670254" y="2319423"/>
            <a:ext cx="1036502" cy="83198"/>
          </a:xfrm>
          <a:prstGeom prst="rect">
            <a:avLst/>
          </a:prstGeom>
          <a:solidFill>
            <a:srgbClr val="FBB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ED2970-2E18-A1E6-5CEB-34B5E4CD37C4}"/>
              </a:ext>
            </a:extLst>
          </p:cNvPr>
          <p:cNvSpPr/>
          <p:nvPr/>
        </p:nvSpPr>
        <p:spPr>
          <a:xfrm>
            <a:off x="2732596" y="2319498"/>
            <a:ext cx="1050412" cy="8706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8F4B5-BFD7-4EB0-DB80-BEFFC34791C3}"/>
              </a:ext>
            </a:extLst>
          </p:cNvPr>
          <p:cNvSpPr/>
          <p:nvPr/>
        </p:nvSpPr>
        <p:spPr>
          <a:xfrm>
            <a:off x="1665961" y="2599090"/>
            <a:ext cx="1036502" cy="8319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21E09B-9E77-580C-6DD6-CCF2FBBFCEC8}"/>
              </a:ext>
            </a:extLst>
          </p:cNvPr>
          <p:cNvSpPr/>
          <p:nvPr/>
        </p:nvSpPr>
        <p:spPr>
          <a:xfrm>
            <a:off x="2730011" y="2601270"/>
            <a:ext cx="1036492" cy="83197"/>
          </a:xfrm>
          <a:prstGeom prst="rect">
            <a:avLst/>
          </a:prstGeom>
          <a:solidFill>
            <a:srgbClr val="FBB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BACD4A-93F8-13F6-517D-1B34D5AC6E8D}"/>
              </a:ext>
            </a:extLst>
          </p:cNvPr>
          <p:cNvSpPr txBox="1"/>
          <p:nvPr/>
        </p:nvSpPr>
        <p:spPr>
          <a:xfrm>
            <a:off x="1881599" y="2385509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pollination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FF32D8C-668B-3845-5D72-EF95D81603D0}"/>
              </a:ext>
            </a:extLst>
          </p:cNvPr>
          <p:cNvCxnSpPr>
            <a:cxnSpLocks/>
          </p:cNvCxnSpPr>
          <p:nvPr/>
        </p:nvCxnSpPr>
        <p:spPr>
          <a:xfrm flipV="1">
            <a:off x="2986673" y="2433358"/>
            <a:ext cx="0" cy="125408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AB7B2F-A252-7F53-A688-FC10E85EB8EF}"/>
              </a:ext>
            </a:extLst>
          </p:cNvPr>
          <p:cNvCxnSpPr>
            <a:cxnSpLocks/>
          </p:cNvCxnSpPr>
          <p:nvPr/>
        </p:nvCxnSpPr>
        <p:spPr>
          <a:xfrm flipV="1">
            <a:off x="3536742" y="2427484"/>
            <a:ext cx="0" cy="125408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4AC4F5-6AC3-169D-7E55-CD1DD2D34DA8}"/>
              </a:ext>
            </a:extLst>
          </p:cNvPr>
          <p:cNvCxnSpPr>
            <a:cxnSpLocks/>
          </p:cNvCxnSpPr>
          <p:nvPr/>
        </p:nvCxnSpPr>
        <p:spPr>
          <a:xfrm>
            <a:off x="1674019" y="2922010"/>
            <a:ext cx="1523647" cy="0"/>
          </a:xfrm>
          <a:prstGeom prst="straightConnector1">
            <a:avLst/>
          </a:prstGeom>
          <a:ln w="2222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203BD12-28E4-77E3-E019-06E3932E743C}"/>
              </a:ext>
            </a:extLst>
          </p:cNvPr>
          <p:cNvSpPr txBox="1"/>
          <p:nvPr/>
        </p:nvSpPr>
        <p:spPr>
          <a:xfrm>
            <a:off x="1590622" y="2892775"/>
            <a:ext cx="1324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Time in flowering season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57C38D-6DBE-D9DD-497B-F0AF98122324}"/>
              </a:ext>
            </a:extLst>
          </p:cNvPr>
          <p:cNvSpPr txBox="1"/>
          <p:nvPr/>
        </p:nvSpPr>
        <p:spPr>
          <a:xfrm>
            <a:off x="2929880" y="2543342"/>
            <a:ext cx="377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BBD3D"/>
                </a:solidFill>
                <a:latin typeface="Helvetica" pitchFamily="2" charset="0"/>
              </a:rPr>
              <a:t>♂︎︎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644913-2BC5-65B8-A91D-BC7D1865CACC}"/>
              </a:ext>
            </a:extLst>
          </p:cNvPr>
          <p:cNvSpPr txBox="1"/>
          <p:nvPr/>
        </p:nvSpPr>
        <p:spPr>
          <a:xfrm>
            <a:off x="2013314" y="2646221"/>
            <a:ext cx="35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Helvetica" pitchFamily="2" charset="0"/>
              </a:rPr>
              <a:t>♀︎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E29477A-D484-2A9E-724A-30B4B241FCC7}"/>
              </a:ext>
            </a:extLst>
          </p:cNvPr>
          <p:cNvCxnSpPr>
            <a:cxnSpLocks/>
          </p:cNvCxnSpPr>
          <p:nvPr/>
        </p:nvCxnSpPr>
        <p:spPr>
          <a:xfrm>
            <a:off x="2563057" y="2438465"/>
            <a:ext cx="0" cy="133137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A9D645-8E24-7CD6-087B-D256E376E8DF}"/>
              </a:ext>
            </a:extLst>
          </p:cNvPr>
          <p:cNvCxnSpPr>
            <a:cxnSpLocks/>
          </p:cNvCxnSpPr>
          <p:nvPr/>
        </p:nvCxnSpPr>
        <p:spPr>
          <a:xfrm>
            <a:off x="1821637" y="2438465"/>
            <a:ext cx="0" cy="133137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E03DD67-D947-55D8-E7E4-BC2598FAEAAC}"/>
              </a:ext>
            </a:extLst>
          </p:cNvPr>
          <p:cNvSpPr txBox="1"/>
          <p:nvPr/>
        </p:nvSpPr>
        <p:spPr>
          <a:xfrm>
            <a:off x="1232128" y="2244475"/>
            <a:ext cx="4716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Type1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FC2D4E-11D0-6BF3-20B9-857394E41D17}"/>
              </a:ext>
            </a:extLst>
          </p:cNvPr>
          <p:cNvSpPr txBox="1"/>
          <p:nvPr/>
        </p:nvSpPr>
        <p:spPr>
          <a:xfrm>
            <a:off x="1231384" y="2505033"/>
            <a:ext cx="4716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Type2</a:t>
            </a:r>
          </a:p>
        </p:txBody>
      </p:sp>
    </p:spTree>
    <p:extLst>
      <p:ext uri="{BB962C8B-B14F-4D97-AF65-F5344CB8AC3E}">
        <p14:creationId xmlns:p14="http://schemas.microsoft.com/office/powerpoint/2010/main" val="195956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E063-3F6C-AB72-DA52-495E2EE6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tree with green leaves&#10;&#10;Description automatically generated">
            <a:extLst>
              <a:ext uri="{FF2B5EF4-FFF2-40B4-BE49-F238E27FC236}">
                <a16:creationId xmlns:a16="http://schemas.microsoft.com/office/drawing/2014/main" id="{FF383AFE-E45D-56D2-9055-EC1430E8B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658793" y="1102195"/>
            <a:ext cx="1014799" cy="8310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1FD32F96-E182-0C8E-1F7C-D1FB2C63117F}"/>
              </a:ext>
            </a:extLst>
          </p:cNvPr>
          <p:cNvSpPr/>
          <p:nvPr/>
        </p:nvSpPr>
        <p:spPr>
          <a:xfrm rot="5400000">
            <a:off x="3888720" y="1843623"/>
            <a:ext cx="1247955" cy="334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EDE666D-40AD-3B3D-D185-3E8809A272C5}"/>
              </a:ext>
            </a:extLst>
          </p:cNvPr>
          <p:cNvSpPr/>
          <p:nvPr/>
        </p:nvSpPr>
        <p:spPr>
          <a:xfrm>
            <a:off x="2512931" y="6167191"/>
            <a:ext cx="1417095" cy="451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85D00F1C-1398-C95D-C98E-FF628FA9E7B0}"/>
              </a:ext>
            </a:extLst>
          </p:cNvPr>
          <p:cNvSpPr/>
          <p:nvPr/>
        </p:nvSpPr>
        <p:spPr>
          <a:xfrm>
            <a:off x="835824" y="6322866"/>
            <a:ext cx="275772" cy="592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7"/>
          </a:p>
        </p:txBody>
      </p:sp>
      <p:pic>
        <p:nvPicPr>
          <p:cNvPr id="7" name="Picture 6" descr="A close up of a plant&#10;&#10;Description automatically generated">
            <a:extLst>
              <a:ext uri="{FF2B5EF4-FFF2-40B4-BE49-F238E27FC236}">
                <a16:creationId xmlns:a16="http://schemas.microsoft.com/office/drawing/2014/main" id="{DB17073E-932C-3B06-F85C-84906F91E0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95541" y="1107872"/>
            <a:ext cx="1004250" cy="822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4E3160-D10B-D461-99FC-1CC986A82114}"/>
              </a:ext>
            </a:extLst>
          </p:cNvPr>
          <p:cNvSpPr txBox="1"/>
          <p:nvPr/>
        </p:nvSpPr>
        <p:spPr>
          <a:xfrm>
            <a:off x="2027138" y="1970257"/>
            <a:ext cx="485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BBD3D"/>
                </a:solidFill>
                <a:latin typeface="Helvetica" pitchFamily="2" charset="0"/>
              </a:rPr>
              <a:t>♂︎︎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60341-E2A9-C1EA-0C55-B31BC59DD814}"/>
              </a:ext>
            </a:extLst>
          </p:cNvPr>
          <p:cNvSpPr txBox="1"/>
          <p:nvPr/>
        </p:nvSpPr>
        <p:spPr>
          <a:xfrm>
            <a:off x="2929880" y="207912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Helvetica" pitchFamily="2" charset="0"/>
              </a:rPr>
              <a:t>♀︎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7173F9-608C-1CD7-4DC6-BA4237978470}"/>
              </a:ext>
            </a:extLst>
          </p:cNvPr>
          <p:cNvSpPr/>
          <p:nvPr/>
        </p:nvSpPr>
        <p:spPr>
          <a:xfrm>
            <a:off x="1670254" y="2319423"/>
            <a:ext cx="1036502" cy="83198"/>
          </a:xfrm>
          <a:prstGeom prst="rect">
            <a:avLst/>
          </a:prstGeom>
          <a:solidFill>
            <a:srgbClr val="FBB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270F69-5C27-5DA9-26A9-D8B2FE4E6686}"/>
              </a:ext>
            </a:extLst>
          </p:cNvPr>
          <p:cNvSpPr/>
          <p:nvPr/>
        </p:nvSpPr>
        <p:spPr>
          <a:xfrm>
            <a:off x="2732596" y="2319498"/>
            <a:ext cx="1050412" cy="8706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E3F434-D033-4DF3-2141-558A3C0CC241}"/>
              </a:ext>
            </a:extLst>
          </p:cNvPr>
          <p:cNvSpPr/>
          <p:nvPr/>
        </p:nvSpPr>
        <p:spPr>
          <a:xfrm>
            <a:off x="1665961" y="2599090"/>
            <a:ext cx="1036502" cy="8319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E1FB45-FBAE-8B40-81E5-27D7E185DD1A}"/>
              </a:ext>
            </a:extLst>
          </p:cNvPr>
          <p:cNvSpPr/>
          <p:nvPr/>
        </p:nvSpPr>
        <p:spPr>
          <a:xfrm>
            <a:off x="2730011" y="2601270"/>
            <a:ext cx="1036492" cy="83197"/>
          </a:xfrm>
          <a:prstGeom prst="rect">
            <a:avLst/>
          </a:prstGeom>
          <a:solidFill>
            <a:srgbClr val="FBB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F5AC16-57D9-24BF-BFA7-0D45BFEB390E}"/>
              </a:ext>
            </a:extLst>
          </p:cNvPr>
          <p:cNvSpPr txBox="1"/>
          <p:nvPr/>
        </p:nvSpPr>
        <p:spPr>
          <a:xfrm>
            <a:off x="1881599" y="2385509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pollination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EEDD74-C7E7-3531-7626-D974A92B6DB6}"/>
              </a:ext>
            </a:extLst>
          </p:cNvPr>
          <p:cNvCxnSpPr>
            <a:cxnSpLocks/>
          </p:cNvCxnSpPr>
          <p:nvPr/>
        </p:nvCxnSpPr>
        <p:spPr>
          <a:xfrm flipV="1">
            <a:off x="2986673" y="2433358"/>
            <a:ext cx="0" cy="125408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152EB6-2E8C-27CF-8250-3FCDF8B02B3F}"/>
              </a:ext>
            </a:extLst>
          </p:cNvPr>
          <p:cNvCxnSpPr>
            <a:cxnSpLocks/>
          </p:cNvCxnSpPr>
          <p:nvPr/>
        </p:nvCxnSpPr>
        <p:spPr>
          <a:xfrm flipV="1">
            <a:off x="3536742" y="2427484"/>
            <a:ext cx="0" cy="125408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2B0874-A193-36B4-3720-6A9324C38A4C}"/>
              </a:ext>
            </a:extLst>
          </p:cNvPr>
          <p:cNvCxnSpPr>
            <a:cxnSpLocks/>
          </p:cNvCxnSpPr>
          <p:nvPr/>
        </p:nvCxnSpPr>
        <p:spPr>
          <a:xfrm>
            <a:off x="1674019" y="2922010"/>
            <a:ext cx="1523647" cy="0"/>
          </a:xfrm>
          <a:prstGeom prst="straightConnector1">
            <a:avLst/>
          </a:prstGeom>
          <a:ln w="2222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CE726E9-10B8-E75C-DC7C-50D904068769}"/>
              </a:ext>
            </a:extLst>
          </p:cNvPr>
          <p:cNvSpPr txBox="1"/>
          <p:nvPr/>
        </p:nvSpPr>
        <p:spPr>
          <a:xfrm>
            <a:off x="1590622" y="2892775"/>
            <a:ext cx="1324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Time in flowering season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CCC86-3875-6E88-9F7E-34E0FA2CFFF1}"/>
              </a:ext>
            </a:extLst>
          </p:cNvPr>
          <p:cNvSpPr txBox="1"/>
          <p:nvPr/>
        </p:nvSpPr>
        <p:spPr>
          <a:xfrm>
            <a:off x="2929880" y="2543342"/>
            <a:ext cx="377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BBD3D"/>
                </a:solidFill>
                <a:latin typeface="Helvetica" pitchFamily="2" charset="0"/>
              </a:rPr>
              <a:t>♂︎︎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69BA2A-5651-CB65-428D-184C6EC76EDF}"/>
              </a:ext>
            </a:extLst>
          </p:cNvPr>
          <p:cNvSpPr txBox="1"/>
          <p:nvPr/>
        </p:nvSpPr>
        <p:spPr>
          <a:xfrm>
            <a:off x="2013314" y="2646221"/>
            <a:ext cx="35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Helvetica" pitchFamily="2" charset="0"/>
              </a:rPr>
              <a:t>♀︎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842D34-ABF8-0A7F-A372-BE85B5972678}"/>
              </a:ext>
            </a:extLst>
          </p:cNvPr>
          <p:cNvCxnSpPr>
            <a:cxnSpLocks/>
          </p:cNvCxnSpPr>
          <p:nvPr/>
        </p:nvCxnSpPr>
        <p:spPr>
          <a:xfrm>
            <a:off x="2563057" y="2438465"/>
            <a:ext cx="0" cy="133137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EA46B5-4A5B-BF58-D4EF-242DD82F2DCD}"/>
              </a:ext>
            </a:extLst>
          </p:cNvPr>
          <p:cNvCxnSpPr>
            <a:cxnSpLocks/>
          </p:cNvCxnSpPr>
          <p:nvPr/>
        </p:nvCxnSpPr>
        <p:spPr>
          <a:xfrm>
            <a:off x="1821637" y="2438465"/>
            <a:ext cx="0" cy="133137"/>
          </a:xfrm>
          <a:prstGeom prst="straightConnector1">
            <a:avLst/>
          </a:prstGeom>
          <a:ln w="22225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8353959-E14B-5999-434B-3769F9EE781C}"/>
              </a:ext>
            </a:extLst>
          </p:cNvPr>
          <p:cNvSpPr txBox="1"/>
          <p:nvPr/>
        </p:nvSpPr>
        <p:spPr>
          <a:xfrm>
            <a:off x="1232128" y="2244475"/>
            <a:ext cx="4716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Type1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401427-1F30-33CD-7EEB-428AA766253C}"/>
              </a:ext>
            </a:extLst>
          </p:cNvPr>
          <p:cNvSpPr txBox="1"/>
          <p:nvPr/>
        </p:nvSpPr>
        <p:spPr>
          <a:xfrm>
            <a:off x="1231384" y="2505033"/>
            <a:ext cx="4716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Type2</a:t>
            </a:r>
          </a:p>
        </p:txBody>
      </p:sp>
      <p:pic>
        <p:nvPicPr>
          <p:cNvPr id="3" name="Picture 2" descr="A magazine cover with a walnut&#10;&#10;Description automatically generated">
            <a:extLst>
              <a:ext uri="{FF2B5EF4-FFF2-40B4-BE49-F238E27FC236}">
                <a16:creationId xmlns:a16="http://schemas.microsoft.com/office/drawing/2014/main" id="{A5EB7671-80C7-33C9-03DC-75A6736BE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957" y="1024651"/>
            <a:ext cx="1547519" cy="1965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325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B81F-05FA-7623-39F5-6A96D3D1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30E9C00D-77BF-A8CF-D550-C860C497D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68" y="624999"/>
            <a:ext cx="2129038" cy="1883069"/>
          </a:xfrm>
          <a:prstGeom prst="rect">
            <a:avLst/>
          </a:prstGeom>
        </p:spPr>
      </p:pic>
      <p:pic>
        <p:nvPicPr>
          <p:cNvPr id="30" name="Picture 2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212D96E3-2A27-81E6-A67E-AB261B6570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75"/>
          <a:stretch/>
        </p:blipFill>
        <p:spPr>
          <a:xfrm>
            <a:off x="2072773" y="832577"/>
            <a:ext cx="4693651" cy="1077684"/>
          </a:xfrm>
          <a:prstGeom prst="rect">
            <a:avLst/>
          </a:prstGeom>
        </p:spPr>
      </p:pic>
      <p:pic>
        <p:nvPicPr>
          <p:cNvPr id="35" name="Picture 3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FC07E054-B977-60C5-1389-93027B2232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690" t="84259"/>
          <a:stretch/>
        </p:blipFill>
        <p:spPr>
          <a:xfrm>
            <a:off x="3602597" y="1886421"/>
            <a:ext cx="1238373" cy="192519"/>
          </a:xfrm>
          <a:prstGeom prst="rect">
            <a:avLst/>
          </a:prstGeom>
        </p:spPr>
      </p:pic>
      <p:pic>
        <p:nvPicPr>
          <p:cNvPr id="34" name="Picture 3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48B7787-E1E7-9EF8-BF5B-925669C03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906" y="1186017"/>
            <a:ext cx="546150" cy="242733"/>
          </a:xfrm>
          <a:prstGeom prst="rect">
            <a:avLst/>
          </a:prstGeom>
        </p:spPr>
      </p:pic>
      <p:pic>
        <p:nvPicPr>
          <p:cNvPr id="37" name="Picture 36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AFD6BFB1-337C-9BE9-D499-D2D25B13D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3867" y="2106674"/>
            <a:ext cx="2178092" cy="2262515"/>
          </a:xfrm>
          <a:prstGeom prst="rect">
            <a:avLst/>
          </a:prstGeom>
        </p:spPr>
      </p:pic>
      <p:pic>
        <p:nvPicPr>
          <p:cNvPr id="40" name="Picture 39" descr="A graph of a graph of the generation&#10;&#10;Description automatically generated with medium confidence">
            <a:extLst>
              <a:ext uri="{FF2B5EF4-FFF2-40B4-BE49-F238E27FC236}">
                <a16:creationId xmlns:a16="http://schemas.microsoft.com/office/drawing/2014/main" id="{5E610FE4-F833-CA9E-EF13-25764F39D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881" y="2167609"/>
            <a:ext cx="2235242" cy="2211526"/>
          </a:xfrm>
          <a:prstGeom prst="rect">
            <a:avLst/>
          </a:prstGeom>
        </p:spPr>
      </p:pic>
      <p:pic>
        <p:nvPicPr>
          <p:cNvPr id="70" name="Picture 69" descr="A group of blue and grey bars&#10;&#10;Description automatically generated">
            <a:extLst>
              <a:ext uri="{FF2B5EF4-FFF2-40B4-BE49-F238E27FC236}">
                <a16:creationId xmlns:a16="http://schemas.microsoft.com/office/drawing/2014/main" id="{1DBDF61F-3C79-3F0A-2B90-7E426460FC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288" y="2715646"/>
            <a:ext cx="1938657" cy="1457870"/>
          </a:xfrm>
          <a:prstGeom prst="rect">
            <a:avLst/>
          </a:prstGeom>
        </p:spPr>
      </p:pic>
      <p:pic>
        <p:nvPicPr>
          <p:cNvPr id="72" name="Picture 71" descr="A close-up of a graph&#10;&#10;Description automatically generated">
            <a:extLst>
              <a:ext uri="{FF2B5EF4-FFF2-40B4-BE49-F238E27FC236}">
                <a16:creationId xmlns:a16="http://schemas.microsoft.com/office/drawing/2014/main" id="{18C5204A-26D3-6A99-27CB-A056EEAD42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751" y="5325818"/>
            <a:ext cx="4958827" cy="281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9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25B4-5F06-C802-997E-6E536016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D9BAB33C-9387-056D-A602-C77042E38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42" y="289374"/>
            <a:ext cx="2129038" cy="1883069"/>
          </a:xfrm>
          <a:prstGeom prst="rect">
            <a:avLst/>
          </a:prstGeom>
        </p:spPr>
      </p:pic>
      <p:pic>
        <p:nvPicPr>
          <p:cNvPr id="30" name="Picture 2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9D0E6D7-6F92-4274-2796-8430B8915E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75"/>
          <a:stretch/>
        </p:blipFill>
        <p:spPr>
          <a:xfrm>
            <a:off x="189693" y="3976649"/>
            <a:ext cx="4693651" cy="1077684"/>
          </a:xfrm>
          <a:prstGeom prst="rect">
            <a:avLst/>
          </a:prstGeom>
        </p:spPr>
      </p:pic>
      <p:pic>
        <p:nvPicPr>
          <p:cNvPr id="35" name="Picture 3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696DDE4-0C9C-040F-DAE6-EB0A44C6E8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690" t="84259"/>
          <a:stretch/>
        </p:blipFill>
        <p:spPr>
          <a:xfrm>
            <a:off x="2593456" y="5054333"/>
            <a:ext cx="1238373" cy="192519"/>
          </a:xfrm>
          <a:prstGeom prst="rect">
            <a:avLst/>
          </a:prstGeom>
        </p:spPr>
      </p:pic>
      <p:pic>
        <p:nvPicPr>
          <p:cNvPr id="34" name="Picture 3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70595CF-B165-4358-CE7A-E89545704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805" y="4329267"/>
            <a:ext cx="546150" cy="242733"/>
          </a:xfrm>
          <a:prstGeom prst="rect">
            <a:avLst/>
          </a:prstGeom>
        </p:spPr>
      </p:pic>
      <p:pic>
        <p:nvPicPr>
          <p:cNvPr id="70" name="Picture 69" descr="A group of blue and grey bars&#10;&#10;Description automatically generated">
            <a:extLst>
              <a:ext uri="{FF2B5EF4-FFF2-40B4-BE49-F238E27FC236}">
                <a16:creationId xmlns:a16="http://schemas.microsoft.com/office/drawing/2014/main" id="{7EC814E5-BA58-3F1C-BBB3-EFC8F4723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23" y="2395537"/>
            <a:ext cx="1938657" cy="1457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46F0DE-52BC-6ACD-E648-C95CB837A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027545" y="1122718"/>
            <a:ext cx="3649159" cy="182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63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94E1A-869D-B1CD-D548-93C87470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A032EEA9-5465-DA60-3409-F0AEE6529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00" y="592782"/>
            <a:ext cx="2129038" cy="1883069"/>
          </a:xfrm>
          <a:prstGeom prst="rect">
            <a:avLst/>
          </a:prstGeom>
        </p:spPr>
      </p:pic>
      <p:pic>
        <p:nvPicPr>
          <p:cNvPr id="30" name="Picture 2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B13DC3A-1B16-80D5-95FD-7C61B58BF2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75"/>
          <a:stretch/>
        </p:blipFill>
        <p:spPr>
          <a:xfrm>
            <a:off x="308709" y="2580457"/>
            <a:ext cx="4693651" cy="1077684"/>
          </a:xfrm>
          <a:prstGeom prst="rect">
            <a:avLst/>
          </a:prstGeom>
        </p:spPr>
      </p:pic>
      <p:pic>
        <p:nvPicPr>
          <p:cNvPr id="34" name="Picture 3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85A5CB4-1AB8-552D-8BD1-4E3C41D44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842" y="2933897"/>
            <a:ext cx="546150" cy="242733"/>
          </a:xfrm>
          <a:prstGeom prst="rect">
            <a:avLst/>
          </a:prstGeom>
        </p:spPr>
      </p:pic>
      <p:pic>
        <p:nvPicPr>
          <p:cNvPr id="70" name="Picture 69" descr="A group of blue and grey bars&#10;&#10;Description automatically generated">
            <a:extLst>
              <a:ext uri="{FF2B5EF4-FFF2-40B4-BE49-F238E27FC236}">
                <a16:creationId xmlns:a16="http://schemas.microsoft.com/office/drawing/2014/main" id="{3F22C597-E92E-8C4E-6D78-616525EB9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703" y="986478"/>
            <a:ext cx="1938657" cy="14578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5B6B3F-63AD-CD23-CCB9-5507BBDA986F}"/>
              </a:ext>
            </a:extLst>
          </p:cNvPr>
          <p:cNvSpPr txBox="1"/>
          <p:nvPr/>
        </p:nvSpPr>
        <p:spPr>
          <a:xfrm>
            <a:off x="2027592" y="3652675"/>
            <a:ext cx="2486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Montserrat" pitchFamily="2" charset="77"/>
              </a:rPr>
              <a:t>Position on chromosome (Morgans)</a:t>
            </a:r>
          </a:p>
        </p:txBody>
      </p:sp>
    </p:spTree>
    <p:extLst>
      <p:ext uri="{BB962C8B-B14F-4D97-AF65-F5344CB8AC3E}">
        <p14:creationId xmlns:p14="http://schemas.microsoft.com/office/powerpoint/2010/main" val="190220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E9CD4E-52CC-9B02-078B-77089D2C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702"/>
          <a:stretch/>
        </p:blipFill>
        <p:spPr>
          <a:xfrm>
            <a:off x="0" y="1569343"/>
            <a:ext cx="3137095" cy="41116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C65D4C-F8B9-5249-9FCB-28EE98DE4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355" t="28607" r="6880" b="50363"/>
          <a:stretch/>
        </p:blipFill>
        <p:spPr>
          <a:xfrm>
            <a:off x="2459493" y="2131718"/>
            <a:ext cx="577173" cy="72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1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198217</TotalTime>
  <Words>58</Words>
  <Application>Microsoft Macintosh PowerPoint</Application>
  <PresentationFormat>Letter Paper (8.5x11 in)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Groh</dc:creator>
  <cp:lastModifiedBy>Jeffrey Groh</cp:lastModifiedBy>
  <cp:revision>329</cp:revision>
  <cp:lastPrinted>2026-03-16T04:35:50Z</cp:lastPrinted>
  <dcterms:created xsi:type="dcterms:W3CDTF">2023-07-22T03:15:06Z</dcterms:created>
  <dcterms:modified xsi:type="dcterms:W3CDTF">2026-10-01T20:59:33Z</dcterms:modified>
</cp:coreProperties>
</file>